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MITRE ATT&amp;CK Techniques Detected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MITRE ATT&amp;CK Techniques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UnCrackable L1
(13KB)</c:v>
                  </c:pt>
                  <c:pt idx="1">
                    <c:v>UnCrackable L2
(~500KB)</c:v>
                  </c:pt>
                  <c:pt idx="2">
                    <c:v>UnCrackable L3
(~1MB)</c:v>
                  </c:pt>
                  <c:pt idx="3">
                    <c:v>InsecureBankv2
(3MB)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9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AgenticAPKFlow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Agentic Workflow for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Android APK Security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1508760" cy="292608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Agno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03120" y="3108960"/>
            <a:ext cx="1508760" cy="292608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31089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FastMCP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749040" y="3108960"/>
            <a:ext cx="1508760" cy="292608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31089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ReAct Reasoning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94960" y="3108960"/>
            <a:ext cx="1508760" cy="292608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31089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MITRE ATT&amp;CK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Mouad Elansari  ·  Malware Analysis  ·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with Traditional APK Scanners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Why rule-based tools fall short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393192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Rule-Based Scanners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Scan every file — no context awareness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High false-positive rate (noise)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Cannot correlate permission + behavior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Miss native .so crypto patterns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No hypothesis-driven investigation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Static rules, no adaptive reasoning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41148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207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AgenticAPKFlow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Hypothesis-driven selective analysis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Evidence-backed findings only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Permission × behavior correlation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Native crypto detection + warning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True ReAct reasoning loop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</a:rPr>
              <a:t>Scout + Specialist agent collaboration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Multi-agent ReAct workflow via FastMCP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1143000"/>
            <a:ext cx="6400800" cy="6858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1430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FastMCP Server  (apk_server.py)  ·  13 high-level analysis tools over stdio MCP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828800"/>
            <a:ext cx="0" cy="4572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828800"/>
            <a:ext cx="0" cy="4572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365760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042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Scout Agent  (llama-3.1-8b)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apk_metadata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permissions_risk_profile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permission_behavior_correlation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obfuscation_detection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anti_analysis_detection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3017520"/>
            <a:ext cx="8686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2743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E2761"/>
                </a:solidFill>
              </a:rPr>
              <a:t>Scout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1E2761"/>
                </a:solidFill>
              </a:rPr>
              <a:t>Brief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0" y="2286000"/>
            <a:ext cx="36576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286000"/>
            <a:ext cx="365760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3042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🔬  Specialist Agent  (llama-3.3-70b)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697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hardcoded_secrets_scan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crypto_usage_analysis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data_flow_tracing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mitre_attack_mapping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generate_full_report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📄 SECURITY_REPORT.md  +  📊 SECURITY_REPORT.json  +  🧠 agent_reasoning.md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3749040"/>
            <a:ext cx="0" cy="182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True ReAct Reasoning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Agents decide tool invocation order based on findings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OBSERVE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Extract metadata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&amp; permissions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27048" y="160020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18872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HYPOTHESIZE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Form threat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hypotheses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64408" y="160020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18872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16052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INVESTIGATE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Run targeted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tools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01768" y="160020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7880" y="118872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VALIDATE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Confirm 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refute findings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39128" y="160020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1188720"/>
            <a:ext cx="822960" cy="8229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237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3545"/>
                </a:solidFill>
              </a:rPr>
              <a:t>CONCLUDE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2376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Final risk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verdict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246120"/>
            <a:ext cx="8595360" cy="15544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Example — InsecureBankv2 Specialist Reasoning: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63016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Scout found READ_CONTACTS + INTERNET  →  "Hypothesis: contact exfiltration"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hardcoded_secrets_scan found 5 secrets  →  "Running crypto_usage_analysis to understand key management"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AES/CBC + MD5 found  →  "Checking network_behavior_analysis for exfiltration endpoints"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56 URLs, 1 hardcoded IP  →  "Tracing data flows to confirm Crypto_Key→Network paths"  →  CONFIRMED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High-Level Tool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13 MCP tools — structured risk-assessed output, not raw command wrappers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1261872"/>
            <a:ext cx="822960" cy="256032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261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Scout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permissions_risk_profile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25-entry DB → HIGH/MEDIUM/LOW per permission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1261872"/>
            <a:ext cx="822960" cy="256032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1261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Scout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0060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permission_behavior_correlation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Risk Correlator: confirms hypotheses via API usage evidence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23160"/>
            <a:ext cx="64008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496312"/>
            <a:ext cx="822960" cy="256032"/>
          </a:xfrm>
          <a:prstGeom prst="rect">
            <a:avLst/>
          </a:prstGeom>
          <a:solidFill>
            <a:srgbClr val="1E2761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4963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Specialist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1148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hardcoded_secrets_scan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880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 pattern types: AES keys, API tokens, Base64 blobs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42316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423160"/>
            <a:ext cx="64008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0" y="2496312"/>
            <a:ext cx="822960" cy="256032"/>
          </a:xfrm>
          <a:prstGeom prst="rect">
            <a:avLst/>
          </a:prstGeom>
          <a:solidFill>
            <a:srgbClr val="1E2761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24963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Specialist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006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crypto_usage_analysis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880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ECB mode flag, native .so crypto warning, key tracing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57600"/>
            <a:ext cx="64008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0" y="3730752"/>
            <a:ext cx="822960" cy="256032"/>
          </a:xfrm>
          <a:prstGeom prst="rect">
            <a:avLst/>
          </a:prstGeom>
          <a:solidFill>
            <a:srgbClr val="1E2761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730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Specialist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1148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trace_data_flows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Logic Tracer: source→sink co-occurrence (SMS, GPS, Contacts)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6576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657600"/>
            <a:ext cx="64008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7863840" y="3730752"/>
            <a:ext cx="822960" cy="256032"/>
          </a:xfrm>
          <a:prstGeom prst="rect">
            <a:avLst/>
          </a:prstGeom>
          <a:solidFill>
            <a:srgbClr val="1E2761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3730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Specialist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0060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mitre_attack_mapping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Maps to 15 MITRE ATT&amp;CK Mobile techniques with evidence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4 APK samples of increasing complexity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143000"/>
          <a:ext cx="3657600" cy="219456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822960"/>
                <a:gridCol w="822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Secrets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Confirmed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Anti-Analysis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UnCrackable L1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Root Detection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UnCrackable L2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Debugger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UnCrackable L3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</a:rPr>
                        <a:t>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Frida+Root+Debug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InsecureBankv2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3545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3 ✓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Timing+Root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212080" y="3520440"/>
            <a:ext cx="3657600" cy="11887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349240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🏆  InsecureBankv2 Highlights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349240" y="3886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13 MITRE techniques across 5 tactics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3 confirmed threats with API evidence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56 URLs · 18 domains · 1 hardcoded IP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Confirmed Threat Hypotheses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InsecureBankv2 — evidence-backed findings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73152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07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Contact Harvesting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325880"/>
            <a:ext cx="100584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325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T1636.003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0" y="1325880"/>
            <a:ext cx="15544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325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CONFIRMED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645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Hypothesis: READ_CONTACTS + INTERNET = contact list exfiltration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947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 getContentResolver() detected in source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68880"/>
            <a:ext cx="73152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42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Toll Fraud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560320"/>
            <a:ext cx="100584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T1616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32320" y="2560320"/>
            <a:ext cx="15544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CONFIRMED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2880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Hypothesis: SEND_SMS = silent premium-rate SMS messages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182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 SmsManager.sendTextMessage() detected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03320"/>
            <a:ext cx="73152" cy="10972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776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Dynamic Code Loading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3794760"/>
            <a:ext cx="100584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794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T1407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32320" y="3794760"/>
            <a:ext cx="15544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3794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CONFIRMED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Hypothesis: INTERNET + WRITE_STORAGE = download &amp; execute DEX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416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 DexClassLoader detected in 10 files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 Stack &amp;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Fully containerized · Docker + docker-compose · start.sh validates dependencies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43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Agent Framework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Agno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9659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Multi-agent orchestration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1243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MCP Protocol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73552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FastMCP 3.1.1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73552" y="19659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13 tools over stdio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1243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LLM (Scout)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99632" y="1572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LLaMA 3.1 8B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19659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via Groq API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68880"/>
            <a:ext cx="2743200" cy="347472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25237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LLM (Specialist)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852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LLaMA 3.3 70B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" y="3246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via Groq API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468880"/>
            <a:ext cx="2743200" cy="347472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73552" y="25237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Decompiler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73552" y="2852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JADX 1.5.0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73552" y="3246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APK → Java source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246888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468880"/>
            <a:ext cx="2743200" cy="347472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199632" y="25237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Container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99632" y="2852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Docker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99632" y="3246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docker-compose + start.sh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8595360" cy="7772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858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run --rm agentic-apk /app/data/InsecureBankv2.apk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233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LLM needed:   docker compose run --rm agentic-apk python3 src/agent/direct_run.py /app/data/app.apk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Limitations &amp; 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Honest assessment and next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0233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Current Limitations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→  Static analysis only — dynamic behaviors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not captured (runtime decryption, C2)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→  Native .so libraries detected but not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analyzed (needs Ghidra/radare2)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→  False positives from Android support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library code (accessibility strings)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→  Free LLM quota limits (100k tokens/day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on Groq) — direct_run.py fallback exists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→  No MobSF comparison (research component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not completed due to time)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88720"/>
            <a:ext cx="411480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1207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Future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→  Dynamic analysis via Frida / CAPEv2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integration for behavioral detection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→  Native binary analysis tools (Ghidra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scripting via FastMCP)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→  MobSF comparison on Ghera benchmark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(60 vulnerability test cases)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→  Extend to PE/ELF binary analysis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full binary exploitation workflow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703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→  Cross-session agent memory to learn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from previously analyzed samples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✅  True ReAct reasoning — agents autonomously decide tool invocation order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✅  13 FastMCP tools with structured risk-assessed output (not raw wrappers)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Confirmed threats with API evidence on real-world banking malware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MITRE ATT&amp;CK mapping: 2 → 7 → 9 → 13 techniques (scales with complexity)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Fully Docker containerized with dependency validation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Dual output: Markdown report + structured 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343400"/>
            <a:ext cx="5486400" cy="36576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3708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github.com/ELANSARI05/AgenticAPKFlow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AgenticAPKFlow</dc:title>
  <dc:subject>PptxGenJS Presentation</dc:subject>
  <dc:creator>Mouad Elansari</dc:creator>
  <cp:lastModifiedBy>Mouad Elansari</cp:lastModifiedBy>
  <cp:revision>1</cp:revision>
  <dcterms:created xsi:type="dcterms:W3CDTF">2026-03-22T00:30:40Z</dcterms:created>
  <dcterms:modified xsi:type="dcterms:W3CDTF">2026-03-22T00:30:40Z</dcterms:modified>
</cp:coreProperties>
</file>