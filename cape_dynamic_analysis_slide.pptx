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Dynamic Analysis: CAPEv2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Hybrid static + dynamic analysis with sandbox behavioral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61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CAPEv2 Sandbox Extracts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Runtime API calls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30+ suspicious APIs mapped to risk categories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Live network IOCs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76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TCP connections, HTTP POST, DNS queries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Process injection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VirtualAllocEx→WriteProcessMemory→CreateRemoteThread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Registry persistence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27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Run keys written for auto-start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502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Dropped 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Executables/payloads created on disk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Malware family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178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CAPE classification (e.g. Emotet)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161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Unified MITRE ATT&amp;CK 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572768"/>
            <a:ext cx="77724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572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46520" y="1572768"/>
            <a:ext cx="169164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Technique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72200" y="1572768"/>
            <a:ext cx="6858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572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Source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3977640" cy="38404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T1406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32120" y="1920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Obfuscation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69480" y="1938528"/>
            <a:ext cx="128016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🔍 Static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304288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3500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T1521.001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32120" y="23500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Sym. Crypto C2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269480" y="2368296"/>
            <a:ext cx="128016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2368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🔍 Static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734056"/>
            <a:ext cx="3977640" cy="38404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2779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32120" y="27797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Process Injection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69480" y="2798064"/>
            <a:ext cx="12801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⚡ Dynamic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163824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32095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T1547.001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32120" y="32095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Registry Run Keys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69480" y="3227832"/>
            <a:ext cx="12801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3227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⚡ Dynamic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3593592"/>
            <a:ext cx="3977640" cy="38404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639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32120" y="3639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App Layer Protocol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269480" y="3657600"/>
            <a:ext cx="12801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726948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⚡ Dynamic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09160" y="4023360"/>
            <a:ext cx="3977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T1497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32120" y="4069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Sandbox Evasion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69480" y="4087368"/>
            <a:ext cx="12801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7269480" y="4087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⚡ Dynamic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800600"/>
            <a:ext cx="8595360" cy="0"/>
          </a:xfrm>
          <a:prstGeom prst="rect">
            <a:avLst/>
          </a:prstGeom>
          <a:solidFill>
            <a:srgbClr val="1118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2026-03-22T19:56:38Z</dcterms:created>
  <dcterms:modified xsi:type="dcterms:W3CDTF">2026-03-22T19:56:38Z</dcterms:modified>
</cp:coreProperties>
</file>